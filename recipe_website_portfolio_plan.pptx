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7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35240" y="640080"/>
            <a:ext cx="3886200" cy="5440680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973568" y="960120"/>
            <a:ext cx="3218688" cy="475488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8472" y="1307592"/>
            <a:ext cx="24688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13648" y="1572768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TODAY'S RECIPE</a:t>
            </a:r>
          </a:p>
        </p:txBody>
      </p:sp>
      <p:sp>
        <p:nvSpPr>
          <p:cNvPr id="6" name="Oval 5"/>
          <p:cNvSpPr/>
          <p:nvPr/>
        </p:nvSpPr>
        <p:spPr>
          <a:xfrm>
            <a:off x="8823960" y="2029968"/>
            <a:ext cx="1554480" cy="1554480"/>
          </a:xfrm>
          <a:prstGeom prst="ellipse">
            <a:avLst/>
          </a:prstGeom>
          <a:solidFill>
            <a:srgbClr val="EFEAD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79408" y="2185416"/>
            <a:ext cx="1243584" cy="1243584"/>
          </a:xfrm>
          <a:prstGeom prst="ellipse">
            <a:avLst/>
          </a:prstGeom>
          <a:solidFill>
            <a:srgbClr val="F7E0AF"/>
          </a:solidFill>
          <a:ln>
            <a:solidFill>
              <a:srgbClr val="F7E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53728" y="2395728"/>
            <a:ext cx="164592" cy="164592"/>
          </a:xfrm>
          <a:prstGeom prst="ellipse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73768" y="2542032"/>
            <a:ext cx="164592" cy="164592"/>
          </a:xfrm>
          <a:prstGeom prst="ellipse">
            <a:avLst/>
          </a:prstGeom>
          <a:solidFill>
            <a:srgbClr val="E7A65A"/>
          </a:solidFill>
          <a:ln>
            <a:solidFill>
              <a:srgbClr val="E7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89720" y="2788920"/>
            <a:ext cx="164592" cy="164592"/>
          </a:xfrm>
          <a:prstGeom prst="ellipse">
            <a:avLst/>
          </a:prstGeom>
          <a:solidFill>
            <a:srgbClr val="BE5B44"/>
          </a:solidFill>
          <a:ln>
            <a:solidFill>
              <a:srgbClr val="BE5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10928" y="2880360"/>
            <a:ext cx="164592" cy="164592"/>
          </a:xfrm>
          <a:prstGeom prst="ellipse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82328" y="3072384"/>
            <a:ext cx="164592" cy="164592"/>
          </a:xfrm>
          <a:prstGeom prst="ellipse">
            <a:avLst/>
          </a:prstGeom>
          <a:solidFill>
            <a:srgbClr val="BE5B44"/>
          </a:solidFill>
          <a:ln>
            <a:solidFill>
              <a:srgbClr val="BE5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3794760"/>
            <a:ext cx="187451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0332F"/>
                </a:solidFill>
                <a:latin typeface="Aptos"/>
              </a:rPr>
              <a:t>Bibimbap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24528"/>
            <a:ext cx="1783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C7168"/>
                </a:solidFill>
                <a:latin typeface="Aptos"/>
              </a:rPr>
              <a:t>20 MIN  ·  EASY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645152"/>
            <a:ext cx="173736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0" y="4846320"/>
            <a:ext cx="141732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0" y="5047488"/>
            <a:ext cx="1600200" cy="50292"/>
          </a:xfrm>
          <a:prstGeom prst="roundRect">
            <a:avLst/>
          </a:prstGeom>
          <a:solidFill>
            <a:srgbClr val="DEDAC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658368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WEB PROJECT /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481328"/>
            <a:ext cx="62179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30332F"/>
                </a:solidFill>
                <a:latin typeface="Aptos"/>
              </a:rPr>
              <a:t>오늘의 한 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359152"/>
            <a:ext cx="6217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355C46"/>
                </a:solidFill>
                <a:latin typeface="Aptos"/>
              </a:rPr>
              <a:t>MY RECIPE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63240"/>
            <a:ext cx="5943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30332F"/>
                </a:solidFill>
                <a:latin typeface="Aptos"/>
              </a:rPr>
              <a:t>레시피 및 요리 도감 웹사이트 기획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C7168"/>
                </a:solidFill>
                <a:latin typeface="Aptos"/>
              </a:rPr>
              <a:t>HTML · CSS ·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49377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600" b="1" dirty="0" smtClean="0">
                <a:solidFill>
                  <a:srgbClr val="355C46"/>
                </a:solidFill>
                <a:latin typeface="Aptos"/>
              </a:rPr>
              <a:t>박태양</a:t>
            </a:r>
            <a:endParaRPr sz="1600" b="1" dirty="0">
              <a:solidFill>
                <a:srgbClr val="355C4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" y="5897880"/>
            <a:ext cx="6583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C7168"/>
                </a:solidFill>
                <a:latin typeface="Aptos"/>
              </a:rPr>
              <a:t>4 HTML pages  /  2 JavaScript interactions  /  Responsive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01 /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프로젝트 주제와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누구나 쉽게 탐색하고 따라 할 수 있는 온라인 요리 도감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PROJECT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0332F"/>
                </a:solidFill>
                <a:latin typeface="Aptos"/>
              </a:rPr>
              <a:t>오늘의 한 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01568"/>
            <a:ext cx="42976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0332F"/>
                </a:solidFill>
                <a:latin typeface="Aptos"/>
              </a:rPr>
              <a:t>레시피를 카테고리별로 둘러보고,
재료와 조리 순서를 한눈에 확인하는
초보자 친화형 요리 정보 사이트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892040"/>
            <a:ext cx="1188720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집밥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892040"/>
            <a:ext cx="1188720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간단 요리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4892040"/>
            <a:ext cx="1188720" cy="384048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974336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초보자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48840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30332F"/>
                </a:solidFill>
                <a:latin typeface="Aptos"/>
              </a:rPr>
              <a:t>기획 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697480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2807208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69748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정보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80944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요리별 재료·시간·난이도·순서를 일관되게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456432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8504" y="3566160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45643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사용 편의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739896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짧은 메뉴 구조와 명확한 페이지 이동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215384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8504" y="4325112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215384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기능 경험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98848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필터와 인분 조절로 실제 상호작용 구현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4974336"/>
            <a:ext cx="475488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4" y="5084064"/>
            <a:ext cx="2926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974336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0332F"/>
                </a:solidFill>
                <a:latin typeface="Aptos"/>
              </a:rPr>
              <a:t>시각 완성도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257799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음식 사진과 따뜻한 컬러 시스템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02 / SITE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웹페이지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역할이 분명한 4개 페이지로 콘텐츠 탐색 흐름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659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76272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메인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배너와 사이트 소개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오늘의 추천 레시피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인기 요리 · 카테고리 바로가기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9659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37959" y="2176272"/>
            <a:ext cx="502920" cy="457200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0255" y="22951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1488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목록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25054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recipes.html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1" y="28986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전체 레시피 카드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한식 · 양식 · 디저트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조리 시간과 난이도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0233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4233672"/>
            <a:ext cx="502920" cy="457200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43525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2062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레시피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45628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recipe-detail.html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9560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대표 이미지와 요리 설명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재료 및 조리 순서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인분 수 조절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4023360"/>
            <a:ext cx="53492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37959" y="4233672"/>
            <a:ext cx="502920" cy="45720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0255" y="4352544"/>
            <a:ext cx="33832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4206240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0332F"/>
                </a:solidFill>
                <a:latin typeface="Aptos"/>
              </a:rPr>
              <a:t>요리 가이드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4562856"/>
            <a:ext cx="3474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guide.html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4956048"/>
            <a:ext cx="466344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기본 조리 도구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식재료 · 계량 단위</a:t>
            </a:r>
          </a:p>
          <a:p>
            <a:pPr>
              <a:spcAft>
                <a:spcPts val="300"/>
              </a:spcAft>
              <a:defRPr sz="1100">
                <a:solidFill>
                  <a:srgbClr val="30332F"/>
                </a:solidFill>
                <a:latin typeface="Aptos"/>
              </a:defRPr>
            </a:pPr>
            <a:r>
              <a:t>•  초보자 요리 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9963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5C46"/>
                </a:solidFill>
                <a:latin typeface="Aptos"/>
              </a:rPr>
              <a:t>공통 요소: 헤더 · 내비게이션 · 푸터 · 동일한 색상/버튼 스타일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03 / CONTENT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주요 구역과 콘텐츠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페이지마다 목적을 나누고, 카드·목록·표를 적절히 조합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05840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탐색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17520"/>
            <a:ext cx="2834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32F"/>
                </a:solidFill>
                <a:latin typeface="Aptos"/>
              </a:rPr>
              <a:t>메인 · 레시피 목록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30752"/>
            <a:ext cx="2788920" cy="1280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추천 요리 배너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카테고리 선택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레시피 카드 6개 이상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1488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36592" y="2423160"/>
            <a:ext cx="1005840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1" y="2514600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017520"/>
            <a:ext cx="2834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32F"/>
                </a:solidFill>
                <a:latin typeface="Aptos"/>
              </a:rPr>
              <a:t>레시피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730752"/>
            <a:ext cx="2788920" cy="1280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요리 설명과 대표 사진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재료·수량 표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번호가 있는 조리 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214884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58784" y="2423160"/>
            <a:ext cx="1005840" cy="384048"/>
          </a:xfrm>
          <a:prstGeom prst="roundRect">
            <a:avLst/>
          </a:prstGeom>
          <a:solidFill>
            <a:srgbClr val="FAE6CF"/>
          </a:solidFill>
          <a:ln>
            <a:solidFill>
              <a:srgbClr val="FA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50224" y="2514600"/>
            <a:ext cx="8229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017520"/>
            <a:ext cx="2834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32F"/>
                </a:solidFill>
                <a:latin typeface="Aptos"/>
              </a:rPr>
              <a:t>요리 가이드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2788920" cy="1280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조리 도구 소개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계량 단위 안내</a:t>
            </a:r>
          </a:p>
          <a:p>
            <a:pPr>
              <a:spcAft>
                <a:spcPts val="12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t>•  초보자 FAQ와 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42432"/>
            <a:ext cx="10835640" cy="502920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879592"/>
            <a:ext cx="10332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55C46"/>
                </a:solidFill>
                <a:latin typeface="Aptos"/>
              </a:rPr>
              <a:t>콘텐츠 기준: 대표 레시피 6개 + 상세 레시피 1개를 우선 제작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355C46"/>
                </a:solidFill>
                <a:latin typeface="Aptos"/>
              </a:rPr>
              <a:t>04 /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900" b="1" dirty="0" smtClean="0">
                <a:solidFill>
                  <a:srgbClr val="30332F"/>
                </a:solidFill>
                <a:latin typeface="Aptos"/>
              </a:rPr>
              <a:t>주요 </a:t>
            </a:r>
            <a:r>
              <a:rPr sz="2900" b="1" dirty="0" smtClean="0">
                <a:solidFill>
                  <a:srgbClr val="30332F"/>
                </a:solidFill>
                <a:latin typeface="Aptos"/>
              </a:rPr>
              <a:t>JavaScript </a:t>
            </a:r>
            <a:r>
              <a:rPr sz="2900" b="1" dirty="0" err="1" smtClean="0">
                <a:solidFill>
                  <a:srgbClr val="30332F"/>
                </a:solidFill>
                <a:latin typeface="Aptos"/>
              </a:rPr>
              <a:t>기능</a:t>
            </a:r>
            <a:endParaRPr sz="2900" b="1" dirty="0">
              <a:solidFill>
                <a:srgbClr val="30332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작지만 사용자가 바로 이해할 수 있는 상호작용을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2304288"/>
            <a:ext cx="1143000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95728"/>
            <a:ext cx="960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55C46"/>
                </a:solidFill>
                <a:latin typeface="Aptos"/>
              </a:rPr>
              <a:t>기능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80360"/>
            <a:ext cx="43891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0332F"/>
                </a:solidFill>
                <a:latin typeface="Aptos"/>
              </a:rPr>
              <a:t>카테고리 필터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42976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C7168"/>
                </a:solidFill>
                <a:latin typeface="Aptos"/>
              </a:rPr>
              <a:t>한식 · 양식 · 디저트 버튼을 선택하면
해당 카테고리의 카드만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389120"/>
            <a:ext cx="896112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전체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3391" y="4389120"/>
            <a:ext cx="8961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39111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한식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26663" y="438912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72383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양식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9935" y="438912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05655" y="4489704"/>
            <a:ext cx="80467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디저트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4526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개념: addEventListener · dataset · classList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011680"/>
            <a:ext cx="5349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73952" y="2304288"/>
            <a:ext cx="1143000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395728"/>
            <a:ext cx="960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기능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880360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30332F"/>
                </a:solidFill>
                <a:latin typeface="Aptos"/>
              </a:rPr>
              <a:t>인분 수에 따른 재료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43891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C7168"/>
                </a:solidFill>
                <a:latin typeface="Aptos"/>
              </a:rPr>
              <a:t>기준 2인분에서 인분을 바꾸면
재료 수량이 비율에 맞춰 자동 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70832"/>
            <a:ext cx="777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C7168"/>
                </a:solidFill>
                <a:latin typeface="Aptos"/>
              </a:rPr>
              <a:t>인분 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24927" y="429768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59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1인분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49055" y="4297680"/>
            <a:ext cx="896112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76487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2인분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73184" y="4297680"/>
            <a:ext cx="8961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0615" y="4398264"/>
            <a:ext cx="841248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4인분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074920"/>
            <a:ext cx="4526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개념: 이벤트 처리 · 숫자 계산 · DOM 변경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989320"/>
            <a:ext cx="10698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C7168"/>
                </a:solidFill>
                <a:latin typeface="Aptos"/>
              </a:rPr>
              <a:t>범위 제외: 검색 · 즐겨찾기 · 리뷰 · API · 서버 · 로그인 · 결제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05 / RESPONSIVE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반응형 웹페이지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화면 크기에 따라 카드 수와 메뉴 배치를 조정해 다양한 기기에서 읽기 쉽게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57400"/>
            <a:ext cx="4754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90872"/>
            <a:ext cx="4389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32F"/>
                </a:solidFill>
                <a:latin typeface="Aptos"/>
              </a:rPr>
              <a:t>넓은 화면: 카드 3열 · 가로 메뉴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05740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2267712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TABLET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90872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중간 화면: 카드 2열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1938528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87968" y="214884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956048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332F"/>
                </a:solidFill>
                <a:latin typeface="Aptos"/>
              </a:rPr>
              <a:t>작은 화면: 카드 1열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744200" cy="713232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650992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5C46"/>
                </a:solidFill>
                <a:latin typeface="Aptos"/>
              </a:rPr>
              <a:t>적용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650992"/>
            <a:ext cx="8869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32F"/>
                </a:solidFill>
                <a:latin typeface="Aptos"/>
              </a:rPr>
              <a:t>CSS Grid/Flexbox · 미디어 쿼리 · 유동 너비 · 터치하기 쉬운 버튼 · 이미지 비율 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50" y="2485549"/>
            <a:ext cx="3712643" cy="191377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07" y="2613355"/>
            <a:ext cx="2203825" cy="1513332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269" y="2364357"/>
            <a:ext cx="1444437" cy="2309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486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06 /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25603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C7168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03504"/>
            <a:ext cx="11109960" cy="16459"/>
          </a:xfrm>
          <a:prstGeom prst="rect">
            <a:avLst/>
          </a:prstGeom>
          <a:solidFill>
            <a:srgbClr val="DE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30332F"/>
                </a:solidFill>
                <a:latin typeface="Aptos"/>
              </a:rPr>
              <a:t>파일 구조와 구현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17320"/>
            <a:ext cx="10698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C7168"/>
                </a:solidFill>
                <a:latin typeface="Aptos"/>
              </a:rPr>
              <a:t>단계를 나눠 제작하고, 기능과 화면을 각각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931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926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PROJECT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0048"/>
            <a:ext cx="3291840" cy="237398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my-recipe-book/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index.html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recipes.html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recipe-detail.html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guide.html</a:t>
            </a:r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</a:t>
            </a:r>
            <a:r>
              <a:rPr dirty="0" smtClean="0"/>
              <a:t>style.css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├─ </a:t>
            </a:r>
            <a:r>
              <a:rPr lang="en-US" dirty="0" smtClean="0"/>
              <a:t>script</a:t>
            </a:r>
            <a:r>
              <a:rPr dirty="0" smtClean="0"/>
              <a:t>.js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0332F"/>
                </a:solidFill>
                <a:latin typeface="Aptos"/>
              </a:defRPr>
            </a:pPr>
            <a:r>
              <a:rPr dirty="0"/>
              <a:t>└─ images/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53212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공통 CSS/JS를 재사용해 일관성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260604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270662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59689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콘텐츠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60604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레시피 6개 + 상세 레시피 1개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3246120"/>
            <a:ext cx="4389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3346703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23697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HTML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324612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4개 페이지와 내비게이션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388620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75504" y="398678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87705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CSS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388620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색상·카드·반응형 레이아웃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2352" y="4526279"/>
            <a:ext cx="438912" cy="384048"/>
          </a:xfrm>
          <a:prstGeom prst="roundRect">
            <a:avLst/>
          </a:prstGeom>
          <a:solidFill>
            <a:srgbClr val="EFEADF"/>
          </a:solidFill>
          <a:ln>
            <a:solidFill>
              <a:srgbClr val="EF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75504" y="462686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332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51713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JavaScript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4526279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카테고리 필터 + 인분 계산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2352" y="5166360"/>
            <a:ext cx="438912" cy="384048"/>
          </a:xfrm>
          <a:prstGeom prst="roundRect">
            <a:avLst/>
          </a:prstGeom>
          <a:solidFill>
            <a:srgbClr val="E0EBE0"/>
          </a:solidFill>
          <a:ln>
            <a:solidFill>
              <a:srgbClr val="E0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75504" y="5266944"/>
            <a:ext cx="29260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55C4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15721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332F"/>
                </a:solidFill>
                <a:latin typeface="Aptos"/>
              </a:rPr>
              <a:t>최종 테스트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516636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C7168"/>
                </a:solidFill>
                <a:latin typeface="Aptos"/>
              </a:rPr>
              <a:t>링크·모바일·콘솔 오류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5897880"/>
            <a:ext cx="6035040" cy="384048"/>
          </a:xfrm>
          <a:prstGeom prst="roundRect">
            <a:avLst/>
          </a:prstGeom>
          <a:solidFill>
            <a:srgbClr val="355C46"/>
          </a:solidFill>
          <a:ln>
            <a:solidFill>
              <a:srgbClr val="355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0" y="5998464"/>
            <a:ext cx="5623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Aptos"/>
              </a:rPr>
              <a:t>완료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기준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: 4페이지 · 6개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이상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구역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· JS </a:t>
            </a:r>
            <a:r>
              <a:rPr sz="1100" b="1" dirty="0" err="1" smtClean="0">
                <a:solidFill>
                  <a:srgbClr val="FFFFFF"/>
                </a:solidFill>
                <a:latin typeface="Aptos"/>
              </a:rPr>
              <a:t>기능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C7168"/>
                </a:solidFill>
                <a:latin typeface="Aptos"/>
              </a:rPr>
              <a:t>MY RECIPE BOOK  ·  WEB PROJECT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596</Words>
  <Application>Microsoft Office PowerPoint</Application>
  <PresentationFormat>와이드스크린</PresentationFormat>
  <Paragraphs>153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Aptos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오늘의 한 끼 - 레시피 및 요리 도감 웹사이트 기획</dc:title>
  <dc:subject>HTML, CSS, JavaScript 웹사이트 포트폴리오 기획안</dc:subject>
  <dc:creator>OpenAI</dc:creator>
  <cp:keywords>레시피, 요리 도감, 웹사이트, 포트폴리오, 반응형 웹</cp:keywords>
  <dc:description>generated using python-pptx</dc:description>
  <cp:lastModifiedBy>admin</cp:lastModifiedBy>
  <cp:revision>5</cp:revision>
  <dcterms:created xsi:type="dcterms:W3CDTF">2013-01-27T09:14:16Z</dcterms:created>
  <dcterms:modified xsi:type="dcterms:W3CDTF">2026-10-29T03:45:50Z</dcterms:modified>
  <cp:category/>
</cp:coreProperties>
</file>